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0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주간 보고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651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E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eformsign 견적서 빌더 — 2025.05.12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㈜포시에스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eformsign 견적서 빌더란?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영업팀이 고객에게 보내는 견적서를 쉽게 만드는 웹 도구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입력하면 바로 옆에서 실제 견적서 모습을 실시간 미리보기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PDF로 내보내기 + 여러 견적서를 하나로 합쳐서 다운로드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기업 / 정부·공공 / 지원사업용 3가지 모드 지원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AI에게 말로 설명하면 기능 개발·버그 수정·배포까지 자동 수행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91440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금주 작업 내역 (11건)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0408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작업 내용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B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70B0"/>
                          </a:solidFill>
                        </a:rPr>
                        <a:t>신규 기능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지원사업용 견적 모드 추가 (부가세·지원금·합계 자동 계산)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70B0"/>
                          </a:solidFill>
                        </a:rPr>
                        <a:t>신규 기능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실제 직인 이미지 업로드 + 크기/위치 조절 기능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70B0"/>
                          </a:solidFill>
                        </a:rPr>
                        <a:t>신규 기능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할인단가 직접 입력 → 할인율 자동 계산 (기존: 할인율만 입력)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버그 수정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비고란에 적용한 색상이 미리보기에 반영 안 되는 문제 해결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버그 수정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비고란 글꼴 서식이 다른 항목으로 번지는 현상 해결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개선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현재 견적 모드를 한눈에 알 수 있는 배지 표시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개선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견적서 글꼴 크기·줄간격 개선으로 가독성 향상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A1B9A"/>
                          </a:solidFill>
                        </a:rPr>
                        <a:t>문서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사용가이드 업데이트 (신규 기능 설명 추가)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지원사업용 견적 모드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 지원사업 견적에 맞는 회계 기준 적용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부가세를 할인 전 정가 기준으로 계산 (기존: 할인 후 기준)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지원율(%)만 입력하면 지원금·합계가 자동 계산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지원사업 모드 선택 시 행별 할인 입력 자동 숨김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미리보기에 지원금이 녹색으로 구분되어 표시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08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합계 = 정가합계 + 부가세 - 지원금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예) 4,100,100 + 410,010 - 2,870,070 = 1,640,040원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14400"/>
            <a:ext cx="429768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할인단가 입력 &amp; 직인 설정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36576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할인단가 직접 입력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기존: 할인율(%)만 입력 가능 → 할인가는 자동 표시만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개선: 할인단가를 직접 입력하면 할인율이 자동 계산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할인율을 입력해도 할인단가가 자동으로 맞춰짐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반올림 오차 없이 정확한 금액 유지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0"/>
            <a:ext cx="393192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46320" y="914400"/>
            <a:ext cx="1828800" cy="36576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직인 3단계 설정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13716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직인 표시: 실제 직인 이미지 업로드 (크기·위치 조절 가능)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직인 생략: "(직인 생략)" 문구만 표시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숨김: 대표이사명만 표시, 직인 관련 아무것도 없음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468880"/>
            <a:ext cx="39319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효과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11건 작업을 하루 만에 완료하여 즉시 배포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테스트 32건 통과 확인 후 배포 → 배포 후 장애 0건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화면에서 눈으로 확인하며 검증하여 오류 사전 차단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숨어있는 버그 5건을 AI가 미리 탐지하여 안전성 확인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"이렇게 동작해야 해"라고 구체적으로 말할수록 결과물 품질 향상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0F7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완료 (하루)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32918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0F7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테스트 통과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32918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0F7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버그 사전 탐지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329184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F0F7FF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후 장애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 점 &amp;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배운 점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"작동한다"와 "제대로 보인다"는 다름 — 실제 화면에서 반드시 눈으로 확인</a:t>
            </a:r>
            <a:endParaRPr lang="en-US" sz="9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증상을 구체적으로 설명할수록 정확한 해결책을 제시</a:t>
            </a:r>
            <a:endParaRPr lang="en-US" sz="9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번에 안 되면 AI와 여러 번 대화하며 최적의 결과물 도출</a:t>
            </a:r>
            <a:endParaRPr lang="en-US" sz="9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"만들어줘"보다 "이런 상황에서 이렇게 동작해야 해"가 핵심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1828800" cy="36576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지원사업 견적 — 영업팀 실제 사용 후 피드백 반영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출력 품질 최적화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고객사별 견적 이력 관리 기능 검토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3657600"/>
            <a:ext cx="3657600" cy="731520"/>
          </a:xfrm>
          <a:prstGeom prst="roundRect">
            <a:avLst>
              <a:gd name="adj" fmla="val 12500"/>
            </a:avLst>
          </a:prstGeom>
          <a:solidFill>
            <a:srgbClr val="004A75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3657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활용 주간 보고</dc:title>
  <dc:subject>PptxGenJS Presentation</dc:subject>
  <dc:creator>FORCS</dc:creator>
  <cp:lastModifiedBy>FORCS</cp:lastModifiedBy>
  <cp:revision>1</cp:revision>
  <dcterms:created xsi:type="dcterms:W3CDTF">2026-05-12T08:48:32Z</dcterms:created>
  <dcterms:modified xsi:type="dcterms:W3CDTF">2026-05-12T08:48:32Z</dcterms:modified>
</cp:coreProperties>
</file>