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주간 보고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견적서 빌더 — 2025.05.12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㈜포시에스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견적서 빌더란?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SaaS 영업팀을 위한 웹 기반 견적서 작성 도구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 + PDF 내보내기 + 멀티 견적 병합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기업 / 정부·공공 / 지원사업용 3가지 견적 모드 지원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Vite 기반, Vercel 배포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AI로 기능 개발 및 버그 수정 수행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작업 내역 (8건 커밋)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작업 내용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지원사업용 견적 계산 (VAT=정가×10%, 지원금, 합계 공식)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직인 이미지 업로드 + 3단계 설정 (직인/직인생략/숨김)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할인단가↔할인율 상호 자동 계산 UI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버그 수정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비고 텍스트 색상 프리뷰 미반영 수정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버그 수정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비고 폰트 서식 다른 행으로 번지는 현상 수정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개선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기본 정보 탭에 현재 모드 배지 표시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개선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비고/참고사항 폰트 가독성 향상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</a:rPr>
                        <a:t>문서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사용가이드 업데이트 (신규 기능 반영)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지원사업용 견적 모드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부가세 = 정가합계 × 10% (기존: 공급가액 기준)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지원금 = 정가합계 × 지원율(%)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= 정가합계 + 부가세 − 지원금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지원율 입력 UI + 행별 할인 자동 숨김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프리뷰에 녹색 지원금 하이라이트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= 정가합계 + 부가세 − 지원금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예) 4,100,100 + 410,010 − 2,870,070 = 1,640,040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297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할인단가 상호 동기 &amp; 직인 설정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36576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할인단가 ↔ 할인율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정가(단가) → 할인단가 직접 입력 → 할인율 자동 역산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 입력/프리셋(30%/60%/100%) → 할인단가 자동 계산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소수점 정밀도 유지로 반올림 오차 방지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표시는 정수 반올림 (예: 18.75% → "19%")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0"/>
            <a:ext cx="393192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914400"/>
            <a:ext cx="1828800" cy="36576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3단계 설정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371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표시: 실제 직인 이미지 업로드 (PNG/JPG, 500KB)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생략: "(직인 생략)" 텍스트 표시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숨김: 대표이사명만 표시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68880"/>
            <a:ext cx="39319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8건 기능/버그를 하루 만에 개발·테스트·배포 완료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자동화된 테스트 (Vitest 32건 통과) + 프로덕션 빌드 검증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프리뷰 E2E 검증으로 시각적 정확도 확보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+ 잠재 버그 사전 탐지 (5건 분석, 모두 안전)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확인 → 구현 → 검증 → 배포 사이클 자동화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(하루)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통과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 사전 탐지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장애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A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 견적 현업 피드백 반영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출력 품질 최적화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고객사별 견적 이력 관리 기능 검토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주간 보고</dc:title>
  <dc:subject>PptxGenJS Presentation</dc:subject>
  <dc:creator>FORCS</dc:creator>
  <cp:lastModifiedBy>FORCS</cp:lastModifiedBy>
  <cp:revision>1</cp:revision>
  <dcterms:created xsi:type="dcterms:W3CDTF">2026-05-12T07:18:05Z</dcterms:created>
  <dcterms:modified xsi:type="dcterms:W3CDTF">2026-05-12T07:18:05Z</dcterms:modified>
</cp:coreProperties>
</file>