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70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54864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주간 보고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0" y="1280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CE5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eformsign 견적서 빌더 — 2025.05.12  |  ㈜포시에스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200400" y="1828800"/>
            <a:ext cx="2743200" cy="18288"/>
          </a:xfrm>
          <a:prstGeom prst="rect">
            <a:avLst/>
          </a:prstGeom>
          <a:solidFill>
            <a:srgbClr val="CCE5F0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103120"/>
            <a:ext cx="7680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E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영업팀을 위한 웹 기반 견적서 작성 도구</a:t>
            </a:r>
            <a:endParaRPr lang="en-US" sz="1100" dirty="0"/>
          </a:p>
          <a:p>
            <a:pPr algn="ctr"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E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미리보기 + PDF 내보내기 + 멀티 견적 병합</a:t>
            </a:r>
            <a:endParaRPr lang="en-US" sz="1100" dirty="0"/>
          </a:p>
          <a:p>
            <a:pPr algn="ctr"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dirty="0">
                <a:solidFill>
                  <a:srgbClr val="E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 기업 / 정부·공공 / 지원사업용 3가지 모드</a:t>
            </a:r>
            <a:endParaRPr lang="en-US" sz="1100" dirty="0"/>
          </a:p>
          <a:p>
            <a:pPr algn="ctr" marL="342900" indent="-342900">
              <a:lnSpc>
                <a:spcPct val="160000"/>
              </a:lnSpc>
              <a:buSzPct val="100000"/>
              <a:buChar char="•"/>
            </a:pPr>
            <a:r>
              <a:rPr lang="en-US" sz="1100" b="1" dirty="0">
                <a:solidFill>
                  <a:srgbClr val="E0F0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AI로 하루 만에 11건 개발·배포 완료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39319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05A90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82880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작업 완료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0" y="39319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05A90"/>
          </a:solidFill>
          <a:ln/>
        </p:spPr>
      </p:sp>
      <p:sp>
        <p:nvSpPr>
          <p:cNvPr id="10" name="Text 8"/>
          <p:cNvSpPr/>
          <p:nvPr/>
        </p:nvSpPr>
        <p:spPr>
          <a:xfrm>
            <a:off x="384048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84048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테스트 통과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52160" y="3931920"/>
            <a:ext cx="1645920" cy="822960"/>
          </a:xfrm>
          <a:prstGeom prst="roundRect">
            <a:avLst>
              <a:gd name="adj" fmla="val 8889"/>
            </a:avLst>
          </a:prstGeom>
          <a:solidFill>
            <a:srgbClr val="005A90"/>
          </a:solidFill>
          <a:ln/>
        </p:spPr>
      </p:sp>
      <p:sp>
        <p:nvSpPr>
          <p:cNvPr id="13" name="Text 11"/>
          <p:cNvSpPr/>
          <p:nvPr/>
        </p:nvSpPr>
        <p:spPr>
          <a:xfrm>
            <a:off x="5852160" y="393192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852160" y="434340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D4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배포 장애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금주 작업 내역</a:t>
            </a:r>
            <a:endParaRPr lang="en-US" sz="22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206240" cy="914400"/>
        </p:xfrm>
        <a:graphic>
          <a:graphicData uri="http://schemas.openxmlformats.org/drawingml/2006/table">
            <a:tbl>
              <a:tblPr/>
              <a:tblGrid>
                <a:gridCol w="640080"/>
                <a:gridCol w="356616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B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B0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70B0"/>
                          </a:solidFill>
                        </a:rPr>
                        <a:t>신규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지원사업 견적 모드 (부가세·지원금 자동 계산)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70B0"/>
                          </a:solidFill>
                        </a:rPr>
                        <a:t>신규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직인 이미지 업로드 + 크기/위치 조절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070B0"/>
                          </a:solidFill>
                        </a:rPr>
                        <a:t>신규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할인단가 입력 → 할인율 자동 계산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5100"/>
                          </a:solidFill>
                        </a:rPr>
                        <a:t>수정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비고 색상 미반영 + 서식 번짐 해결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E65100"/>
                          </a:solidFill>
                        </a:rPr>
                        <a:t>수정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E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할인단가 1원 반올림 오차 수정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2E7D32"/>
                          </a:solidFill>
                        </a:rPr>
                        <a:t>개선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00000"/>
                          </a:solidFill>
                        </a:rPr>
                        <a:t>모드 배지, 가독성, 사용가이드 업데이트</a:t>
                      </a:r>
                      <a:endParaRPr lang="en-US" sz="8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868680"/>
            <a:ext cx="4114800" cy="192024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926080"/>
            <a:ext cx="4114800" cy="192024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4754880" y="27889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지원사업용 모드</a:t>
            </a:r>
            <a:endParaRPr lang="en-US" sz="700" dirty="0"/>
          </a:p>
        </p:txBody>
      </p:sp>
      <p:sp>
        <p:nvSpPr>
          <p:cNvPr id="8" name="Text 3"/>
          <p:cNvSpPr/>
          <p:nvPr/>
        </p:nvSpPr>
        <p:spPr>
          <a:xfrm>
            <a:off x="4754880" y="4846320"/>
            <a:ext cx="4114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직인 설정 &amp; 할인단가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활용 효과 &amp; Next Steps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1371600" cy="27432"/>
          </a:xfrm>
          <a:prstGeom prst="rect">
            <a:avLst/>
          </a:prstGeom>
          <a:solidFill>
            <a:srgbClr val="0070B0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96012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효과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280160"/>
            <a:ext cx="41148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11건 작업을 하루 만에 완료 후 즉시 배포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 테스트 32건 통과 → 배포 후 장애 0건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화면에서 눈으로 확인하며 오류 사전 차단</a:t>
            </a:r>
            <a:endParaRPr lang="en-US" sz="10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0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숨은 버그 5건 미리 탐지하여 안전성 확인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846320" y="914400"/>
            <a:ext cx="1371600" cy="27432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96012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배운 점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46320" y="1280160"/>
            <a:ext cx="39319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"작동한다"와 "제대로 보인다"는 다름 — 실제 화면 확인 필수</a:t>
            </a:r>
            <a:endParaRPr lang="en-US" sz="9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AI에게 구체적으로 설명할수록 정확한 결과물 제공</a:t>
            </a:r>
            <a:endParaRPr lang="en-US" sz="9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번에 안 되면 여러 번 대화하며 최적 결과 도출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8412480" cy="1371600"/>
          </a:xfrm>
          <a:prstGeom prst="roundRect">
            <a:avLst>
              <a:gd name="adj" fmla="val 6667"/>
            </a:avLst>
          </a:prstGeom>
          <a:solidFill>
            <a:srgbClr val="F8FAFC"/>
          </a:solidFill>
          <a:ln w="12700">
            <a:solidFill>
              <a:srgbClr val="D0E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3832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70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657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지원사업 견적 — 영업팀 실제 사용 후 피드백 반영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PDF 출력 품질 최적화</a:t>
            </a:r>
            <a:endParaRPr lang="en-US" sz="1000" dirty="0"/>
          </a:p>
          <a:p>
            <a:pPr marL="342900" indent="-342900">
              <a:lnSpc>
                <a:spcPct val="140000"/>
              </a:lnSpc>
              <a:buSzPct val="100000"/>
              <a:buChar char="•"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고객사별 견적 이력 관리 기능 검토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활용 주간 보고</dc:title>
  <dc:subject>PptxGenJS Presentation</dc:subject>
  <dc:creator>FORCS</dc:creator>
  <cp:lastModifiedBy>FORCS</cp:lastModifiedBy>
  <cp:revision>1</cp:revision>
  <dcterms:created xsi:type="dcterms:W3CDTF">2026-05-19T01:46:36Z</dcterms:created>
  <dcterms:modified xsi:type="dcterms:W3CDTF">2026-05-19T01:46:36Z</dcterms:modified>
</cp:coreProperties>
</file>